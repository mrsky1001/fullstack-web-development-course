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92" r:id="rId54"/>
    <p:sldId id="275" r:id="rId4"/>
    <p:sldId id="276" r:id="rId5"/>
    <p:sldId id="277" r:id="rId6"/>
    <p:sldId id="293" r:id="rId55"/>
    <p:sldId id="297" r:id="rId59"/>
    <p:sldId id="294" r:id="rId56"/>
    <p:sldId id="295" r:id="rId57"/>
    <p:sldId id="296" r:id="rId58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60" r:id="rId21"/>
    <p:sldId id="274" r:id="rId2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Inter" panose="02000503000000020004" pitchFamily="2" charset="0"/>
      <p:regular r:id="rId29"/>
      <p:bold r:id="rId30"/>
      <p:italic r:id="rId31"/>
      <p:boldItalic r:id="rId32"/>
    </p:embeddedFont>
    <p:embeddedFont>
      <p:font typeface="Inter Medium" panose="02000503000000020004" pitchFamily="2" charset="0"/>
      <p:regular r:id="rId33"/>
      <p:italic r:id="rId34"/>
    </p:embeddedFont>
    <p:embeddedFont>
      <p:font typeface="Montserrat" panose="00000500000000000000" pitchFamily="2" charset="-52"/>
      <p:regular r:id="rId35"/>
      <p:bold r:id="rId36"/>
      <p:italic r:id="rId37"/>
      <p:boldItalic r:id="rId38"/>
    </p:embeddedFont>
    <p:embeddedFont>
      <p:font typeface="Montserrat ExtraBold" panose="00000900000000000000" pitchFamily="2" charset="-52"/>
      <p:bold r:id="rId39"/>
      <p:boldItalic r:id="rId40"/>
    </p:embeddedFont>
    <p:embeddedFont>
      <p:font typeface="Montserrat SemiBold" panose="00000700000000000000" pitchFamily="2" charset="-52"/>
      <p:bold r:id="rId41"/>
      <p:boldItalic r:id="rId42"/>
    </p:embeddedFont>
    <p:embeddedFont>
      <p:font typeface="Proxima Nova" panose="020B0604020202020204" charset="0"/>
      <p:regular r:id="rId43"/>
      <p:bold r:id="rId44"/>
      <p:italic r:id="rId45"/>
      <p:boldItalic r:id="rId46"/>
    </p:embeddedFont>
    <p:embeddedFont>
      <p:font typeface="PT Sans Caption" panose="020B0603020203020204" pitchFamily="34" charset="-52"/>
      <p:regular r:id="rId47"/>
      <p:bold r:id="rId48"/>
    </p:embeddedFont>
    <p:embeddedFont>
      <p:font typeface="Segoe UI Symbol" panose="020B0502040204020203" pitchFamily="34" charset="0"/>
      <p:regular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89" autoAdjust="0"/>
  </p:normalViewPr>
  <p:slideViewPr>
    <p:cSldViewPr snapToGrid="0">
      <p:cViewPr>
        <p:scale>
          <a:sx n="91" d="100"/>
          <a:sy n="91" d="100"/>
        </p:scale>
        <p:origin x="146" y="49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19.xml"/><Relationship Id="rId15" Type="http://schemas.openxmlformats.org/officeDocument/2006/relationships/slide" Target="slides/slide20.xml"/><Relationship Id="rId16" Type="http://schemas.openxmlformats.org/officeDocument/2006/relationships/slide" Target="slides/slide21.xml"/><Relationship Id="rId17" Type="http://schemas.openxmlformats.org/officeDocument/2006/relationships/slide" Target="slides/slide22.xml"/><Relationship Id="rId18" Type="http://schemas.openxmlformats.org/officeDocument/2006/relationships/slide" Target="slides/slide23.xml"/><Relationship Id="rId19" Type="http://schemas.openxmlformats.org/officeDocument/2006/relationships/slide" Target="slides/slide24.xml"/><Relationship Id="rId20" Type="http://schemas.openxmlformats.org/officeDocument/2006/relationships/slide" Target="slides/slide25.xml"/><Relationship Id="rId21" Type="http://schemas.openxmlformats.org/officeDocument/2006/relationships/slide" Target="slides/slide26.xml"/><Relationship Id="rId22" Type="http://schemas.openxmlformats.org/officeDocument/2006/relationships/slide" Target="slides/slide27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font" Target="fonts/font17.fntdata"/><Relationship Id="rId42" Type="http://schemas.openxmlformats.org/officeDocument/2006/relationships/font" Target="fonts/font18.fntdata"/><Relationship Id="rId43" Type="http://schemas.openxmlformats.org/officeDocument/2006/relationships/font" Target="fonts/font19.fntdata"/><Relationship Id="rId44" Type="http://schemas.openxmlformats.org/officeDocument/2006/relationships/font" Target="fonts/font20.fntdata"/><Relationship Id="rId45" Type="http://schemas.openxmlformats.org/officeDocument/2006/relationships/font" Target="fonts/font21.fntdata"/><Relationship Id="rId46" Type="http://schemas.openxmlformats.org/officeDocument/2006/relationships/font" Target="fonts/font22.fntdata"/><Relationship Id="rId47" Type="http://schemas.openxmlformats.org/officeDocument/2006/relationships/font" Target="fonts/font23.fntdata"/><Relationship Id="rId48" Type="http://schemas.openxmlformats.org/officeDocument/2006/relationships/font" Target="fonts/font24.fntdata"/><Relationship Id="rId49" Type="http://schemas.openxmlformats.org/officeDocument/2006/relationships/font" Target="fonts/font25.fntdata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Relationship Id="rId54" Type="http://schemas.openxmlformats.org/officeDocument/2006/relationships/slide" Target="slides/slide3.xml"/><Relationship Id="rId55" Type="http://schemas.openxmlformats.org/officeDocument/2006/relationships/slide" Target="slides/slide7.xml"/><Relationship Id="rId56" Type="http://schemas.openxmlformats.org/officeDocument/2006/relationships/slide" Target="slides/slide9.xml"/><Relationship Id="rId57" Type="http://schemas.openxmlformats.org/officeDocument/2006/relationships/slide" Target="slides/slide10.xml"/><Relationship Id="rId58" Type="http://schemas.openxmlformats.org/officeDocument/2006/relationships/slide" Target="slides/slide11.xml"/><Relationship Id="rId5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2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2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ОСНОВЫ ВЕРСТКИ</a:t>
              </a:r>
              <a:r>
                <a:rPr lang="ru-RU" sz="1050">
                  <a:solidFill>
                    <a:schemeClr val="bg2">
                      <a:lumMod val="60000"/>
                      <a:lumOff val="4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ru-RU" sz="105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• </a:t>
              </a:r>
              <a:r>
                <a:rPr lang="en-US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HTML</a:t>
              </a:r>
              <a:endParaRPr sz="900">
                <a:solidFill>
                  <a:schemeClr val="bg2">
                    <a:lumMod val="40000"/>
                    <a:lumOff val="6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Проектирование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endParaRPr lang="ru-RU" sz="4000" b="0" i="0" u="none">
                <a:solidFill>
                  <a:srgbClr val="F26101"/>
                </a:solidFill>
                <a:latin typeface="Montserrat ExtraBold"/>
              </a:endParaRPr>
            </a:p>
            <a:p>
              <a:pPr algn="l"/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и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разработка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интерфейсов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пользователя</a:t>
              </a:r>
              <a:endParaRPr sz="4000" b="0" i="0" u="none">
                <a:solidFill>
                  <a:srgbClr val="F26101"/>
                </a:solidFill>
                <a:latin typeface="Montserrat ExtraBold"/>
              </a:endParaRP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PT Sans Caption" panose="020B0603020203020204" pitchFamily="34" charset="-52"/>
                <a:ea typeface="Proxima Nova"/>
                <a:cs typeface="Proxima Nova"/>
                <a:sym typeface="Proxima Nova"/>
              </a:rPr>
              <a:t>Вебинар 2 </a:t>
            </a:r>
            <a:endParaRPr sz="1000">
              <a:solidFill>
                <a:schemeClr val="lt1"/>
              </a:solidFill>
              <a:latin typeface="PT Sans Caption" panose="020B0603020203020204" pitchFamily="34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1. Теоретический блок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34099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Структура документа, семантика HTML5 и основы CSS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2. Настройка окружения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425767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Подготовка редактора кода (IDE) и организация файловой структуры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3. Практическая разработка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416242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Верстка универсальных блоков: шапка (header), навигация, подвал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4. Разбор типичных ошибок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36385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Анализ проблем с позиционированием и код-ревью работ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5. Результат и итоги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42100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Сборка готового шаблона, рефлексия и выдача домашнего задания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101600" rIns="101600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101600" rIns="101600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rtlCol="0" anchor="ctr" wrap="square" lIns="76200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rtlCol="0" anchor="ctr" wrap="square" lIns="76200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rtlCol="0" anchor="ctr" wrap="square" lIns="76200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rtlCol="0" anchor="ctr" wrap="square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101600" rIns="101600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101600" rIns="101600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101600" rIns="101600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rtlCol="0" anchor="ctr" wrap="none" lIns="101600" rIns="101600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269BFD-DAB1-1A37-6DFD-0F7DAC1C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5" b="1"/>
          <a:stretch/>
        </p:blipFill>
        <p:spPr>
          <a:xfrm>
            <a:off x="1014672" y="1027450"/>
            <a:ext cx="7114656" cy="331495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rtlCol="0" anchor="ctr" wrap="none" tIns="25400" bIns="2540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  <a:effectLst>
            <a:outerShdw blurRad="142875" dist="9525" dir="600000" algn="ctr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</TotalTime>
  <Words>3985</Words>
  <Application>Microsoft Office PowerPoint</Application>
  <PresentationFormat>Экран (16:9)</PresentationFormat>
  <Paragraphs>501</Paragraphs>
  <Slides>21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3" baseType="lpstr">
      <vt:lpstr>Segoe UI Symbol</vt:lpstr>
      <vt:lpstr>Proxima Nova</vt:lpstr>
      <vt:lpstr>Calibri</vt:lpstr>
      <vt:lpstr>Montserrat ExtraBold</vt:lpstr>
      <vt:lpstr>Montserrat</vt:lpstr>
      <vt:lpstr>PT Sans Caption</vt:lpstr>
      <vt:lpstr>Inter</vt:lpstr>
      <vt:lpstr>Arial</vt:lpstr>
      <vt:lpstr>Consolas</vt:lpstr>
      <vt:lpstr>Montserrat SemiBold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257</cp:revision>
  <dcterms:modified xsi:type="dcterms:W3CDTF">2026-09-06T06:15:04Z</dcterms:modified>
</cp:coreProperties>
</file>