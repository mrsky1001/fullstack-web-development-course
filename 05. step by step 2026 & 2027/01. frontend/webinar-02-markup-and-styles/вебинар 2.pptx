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6"/>
  </p:notesMasterIdLst>
  <p:handoutMasterIdLst>
    <p:handoutMasterId r:id="rId7"/>
  </p:handoutMasterIdLst>
  <p:sldIdLst>
    <p:sldId id="256" r:id="rId2"/>
    <p:sldId id="257" r:id="rId3"/>
    <p:sldId id="260" r:id="rId4"/>
    <p:sldId id="274" r:id="rId5"/>
  </p:sldIdLst>
  <p:sldSz cx="9144000" cy="5143500" type="screen16x9"/>
  <p:notesSz cx="6858000" cy="9144000"/>
  <p:embeddedFontLst>
    <p:embeddedFont>
      <p:font typeface="Inter" panose="02000503000000020004" pitchFamily="2" charset="0"/>
      <p:regular r:id="rId8"/>
      <p:bold r:id="rId9"/>
      <p:italic r:id="rId10"/>
      <p:boldItalic r:id="rId11"/>
    </p:embeddedFont>
    <p:embeddedFont>
      <p:font typeface="Inter Medium" panose="02000503000000020004" pitchFamily="2" charset="0"/>
      <p:regular r:id="rId12"/>
      <p:italic r:id="rId13"/>
    </p:embeddedFont>
    <p:embeddedFont>
      <p:font typeface="Montserrat" panose="00000500000000000000" pitchFamily="2" charset="-52"/>
      <p:regular r:id="rId14"/>
      <p:bold r:id="rId15"/>
      <p:italic r:id="rId16"/>
      <p:boldItalic r:id="rId17"/>
    </p:embeddedFont>
    <p:embeddedFont>
      <p:font typeface="Montserrat ExtraBold" panose="00000900000000000000" pitchFamily="2" charset="-52"/>
      <p:bold r:id="rId18"/>
      <p:boldItalic r:id="rId19"/>
    </p:embeddedFont>
    <p:embeddedFont>
      <p:font typeface="Montserrat SemiBold" panose="00000700000000000000" pitchFamily="2" charset="-52"/>
      <p:bold r:id="rId20"/>
      <p:boldItalic r:id="rId21"/>
    </p:embeddedFont>
    <p:embeddedFont>
      <p:font typeface="Proxima Nova" panose="020B0604020202020204" charset="0"/>
      <p:regular r:id="rId22"/>
      <p:bold r:id="rId23"/>
      <p:italic r:id="rId24"/>
      <p:boldItalic r:id="rId25"/>
    </p:embeddedFont>
    <p:embeddedFont>
      <p:font typeface="PT Sans Caption" panose="020B0603020203020204" pitchFamily="34" charset="-52"/>
      <p:regular r:id="rId26"/>
      <p:bold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45">
          <p15:clr>
            <a:srgbClr val="747775"/>
          </p15:clr>
        </p15:guide>
        <p15:guide id="2" pos="723">
          <p15:clr>
            <a:srgbClr val="747775"/>
          </p15:clr>
        </p15:guide>
        <p15:guide id="3" pos="5037">
          <p15:clr>
            <a:srgbClr val="747775"/>
          </p15:clr>
        </p15:guide>
        <p15:guide id="4" pos="1152">
          <p15:clr>
            <a:srgbClr val="747775"/>
          </p15:clr>
        </p15:guide>
        <p15:guide id="5" pos="4608">
          <p15:clr>
            <a:srgbClr val="747775"/>
          </p15:clr>
        </p15:guide>
        <p15:guide id="6" orient="horz" pos="1440">
          <p15:clr>
            <a:srgbClr val="747775"/>
          </p15:clr>
        </p15:guide>
        <p15:guide id="7" orient="horz" pos="1728">
          <p15:clr>
            <a:srgbClr val="747775"/>
          </p15:clr>
        </p15:guide>
        <p15:guide id="8" pos="2808">
          <p15:clr>
            <a:srgbClr val="747775"/>
          </p15:clr>
        </p15:guide>
        <p15:guide id="9" orient="horz" pos="2448">
          <p15:clr>
            <a:srgbClr val="747775"/>
          </p15:clr>
        </p15:guide>
        <p15:guide id="10" orient="horz" pos="2735">
          <p15:clr>
            <a:srgbClr val="747775"/>
          </p15:clr>
        </p15:guide>
        <p15:guide id="11" orient="horz" pos="1080">
          <p15:clr>
            <a:srgbClr val="747775"/>
          </p15:clr>
        </p15:guide>
        <p15:guide id="12" orient="horz" pos="868">
          <p15:clr>
            <a:srgbClr val="747775"/>
          </p15:clr>
        </p15:guide>
        <p15:guide id="13" orient="horz" pos="2391" userDrawn="1">
          <p15:clr>
            <a:srgbClr val="747775"/>
          </p15:clr>
        </p15:guide>
        <p15:guide id="14" pos="288">
          <p15:clr>
            <a:srgbClr val="747775"/>
          </p15:clr>
        </p15:guide>
        <p15:guide id="15" pos="5278">
          <p15:clr>
            <a:srgbClr val="747775"/>
          </p15:clr>
        </p15:guide>
        <p15:guide id="16" pos="5184">
          <p15:clr>
            <a:srgbClr val="747775"/>
          </p15:clr>
        </p15:guide>
        <p15:guide id="17" orient="horz" pos="2304">
          <p15:clr>
            <a:srgbClr val="747775"/>
          </p15:clr>
        </p15:guide>
        <p15:guide id="18" pos="427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F03"/>
    <a:srgbClr val="434343"/>
    <a:srgbClr val="F26101"/>
    <a:srgbClr val="F97316"/>
    <a:srgbClr val="FA9046"/>
    <a:srgbClr val="F88B06"/>
    <a:srgbClr val="FFFFFF"/>
    <a:srgbClr val="FF6102"/>
    <a:srgbClr val="FF6002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989" autoAdjust="0"/>
  </p:normalViewPr>
  <p:slideViewPr>
    <p:cSldViewPr snapToGrid="0">
      <p:cViewPr varScale="1">
        <p:scale>
          <a:sx n="136" d="100"/>
          <a:sy n="136" d="100"/>
        </p:scale>
        <p:origin x="824" y="71"/>
      </p:cViewPr>
      <p:guideLst>
        <p:guide orient="horz" pos="145"/>
        <p:guide pos="723"/>
        <p:guide pos="5037"/>
        <p:guide pos="1152"/>
        <p:guide pos="4608"/>
        <p:guide orient="horz" pos="1440"/>
        <p:guide orient="horz" pos="1728"/>
        <p:guide pos="2808"/>
        <p:guide orient="horz" pos="2448"/>
        <p:guide orient="horz" pos="2735"/>
        <p:guide orient="horz" pos="1080"/>
        <p:guide orient="horz" pos="868"/>
        <p:guide orient="horz" pos="2391"/>
        <p:guide pos="288"/>
        <p:guide pos="5278"/>
        <p:guide pos="5184"/>
        <p:guide orient="horz" pos="2304"/>
        <p:guide pos="42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2973" y="75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26" Type="http://schemas.openxmlformats.org/officeDocument/2006/relationships/font" Target="fonts/font19.fntdata"/><Relationship Id="rId3" Type="http://schemas.openxmlformats.org/officeDocument/2006/relationships/slide" Target="slides/slide2.xml"/><Relationship Id="rId21" Type="http://schemas.openxmlformats.org/officeDocument/2006/relationships/font" Target="fonts/font14.fntdata"/><Relationship Id="rId7" Type="http://schemas.openxmlformats.org/officeDocument/2006/relationships/handoutMaster" Target="handoutMasters/handout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5" Type="http://schemas.openxmlformats.org/officeDocument/2006/relationships/font" Target="fonts/font18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4.fntdata"/><Relationship Id="rId24" Type="http://schemas.openxmlformats.org/officeDocument/2006/relationships/font" Target="fonts/font17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font" Target="fonts/font16.fntdata"/><Relationship Id="rId28" Type="http://schemas.openxmlformats.org/officeDocument/2006/relationships/presProps" Target="presProps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font" Target="fonts/font15.fntdata"/><Relationship Id="rId27" Type="http://schemas.openxmlformats.org/officeDocument/2006/relationships/font" Target="fonts/font20.fntdata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DA7DFBAC-B63D-5280-65B6-B6906385182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134C276-34E3-4752-F41F-A3446FF2C39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67336A-A1AA-4037-A276-A09C8A017BD3}" type="datetimeFigureOut">
              <a:rPr lang="ru-RU" smtClean="0"/>
              <a:t>05.09.2026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68F3828-288C-03B8-F09E-18B8EFBEC85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2E26C3A-FE45-0464-1707-5D99E0D66A8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EF0CBC-02B0-408E-89CC-D1E0D82861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3840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360314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6d0507c3f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6d0507c3f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6d0507c3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6d0507c3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userDrawn="1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7;p13">
            <a:extLst>
              <a:ext uri="{FF2B5EF4-FFF2-40B4-BE49-F238E27FC236}">
                <a16:creationId xmlns:a16="http://schemas.microsoft.com/office/drawing/2014/main" id="{F8C70B8F-B0FF-D376-584D-F24F346B242B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09400" y="160772"/>
            <a:ext cx="1481600" cy="49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userDrawn="1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14">
            <a:extLst>
              <a:ext uri="{FF2B5EF4-FFF2-40B4-BE49-F238E27FC236}">
                <a16:creationId xmlns:a16="http://schemas.microsoft.com/office/drawing/2014/main" id="{D27988DF-5EA2-0147-1D2F-7D331508A08A}"/>
              </a:ext>
            </a:extLst>
          </p:cNvPr>
          <p:cNvSpPr/>
          <p:nvPr userDrawn="1"/>
        </p:nvSpPr>
        <p:spPr>
          <a:xfrm>
            <a:off x="6379159" y="259712"/>
            <a:ext cx="2510249" cy="386122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" name="Google Shape;57;p13">
            <a:extLst>
              <a:ext uri="{FF2B5EF4-FFF2-40B4-BE49-F238E27FC236}">
                <a16:creationId xmlns:a16="http://schemas.microsoft.com/office/drawing/2014/main" id="{7D79FDF7-B782-836A-FFF8-75C0371DE3D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09400" y="160772"/>
            <a:ext cx="1481600" cy="4900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59;p13">
            <a:extLst>
              <a:ext uri="{FF2B5EF4-FFF2-40B4-BE49-F238E27FC236}">
                <a16:creationId xmlns:a16="http://schemas.microsoft.com/office/drawing/2014/main" id="{A0746FE1-7909-364E-106E-A03CFF905756}"/>
              </a:ext>
            </a:extLst>
          </p:cNvPr>
          <p:cNvSpPr/>
          <p:nvPr userDrawn="1"/>
        </p:nvSpPr>
        <p:spPr>
          <a:xfrm>
            <a:off x="7371081" y="4703888"/>
            <a:ext cx="1518328" cy="230700"/>
          </a:xfrm>
          <a:prstGeom prst="roundRect">
            <a:avLst>
              <a:gd name="adj" fmla="val 50000"/>
            </a:avLst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Вебинар </a:t>
            </a:r>
            <a:r>
              <a:rPr lang="en-US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2</a:t>
            </a:r>
            <a:r>
              <a:rPr lang="ru-RU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  / сл. </a:t>
            </a:r>
            <a:fld id="{D36D2716-0227-4748-B575-C0F681545F9F}" type="slidenum">
              <a:rPr lang="ru-RU" sz="900" b="0" smtClean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‹#›</a:t>
            </a:fld>
            <a:endParaRPr lang="ru-RU" sz="800" b="0">
              <a:solidFill>
                <a:schemeClr val="bg2">
                  <a:lumMod val="60000"/>
                  <a:lumOff val="40000"/>
                </a:schemeClr>
              </a:solidFill>
              <a:latin typeface="Montserrat" panose="00000500000000000000" pitchFamily="2" charset="-52"/>
            </a:endParaRP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40F6D521-5D86-6760-69D6-E71DE65F9DE3}"/>
              </a:ext>
            </a:extLst>
          </p:cNvPr>
          <p:cNvGrpSpPr/>
          <p:nvPr userDrawn="1"/>
        </p:nvGrpSpPr>
        <p:grpSpPr>
          <a:xfrm>
            <a:off x="2205322" y="679814"/>
            <a:ext cx="5344770" cy="3994915"/>
            <a:chOff x="3873362" y="383111"/>
            <a:chExt cx="5344770" cy="3994915"/>
          </a:xfrm>
        </p:grpSpPr>
        <p:pic>
          <p:nvPicPr>
            <p:cNvPr id="7" name="Рисунок 6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49277216-7C7E-E7C1-68E9-2B49D803E4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1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5482421" y="383111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" name="Рисунок 7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8B6CC871-C4C7-BC3A-E4B2-04FB22C866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2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4677891" y="544365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" name="Рисунок 8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4C45FD2B-5227-0D3D-1188-E08C76CFD20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5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3873362" y="642315"/>
              <a:ext cx="3735711" cy="3735711"/>
            </a:xfrm>
            <a:prstGeom prst="rect">
              <a:avLst/>
            </a:prstGeom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preserve="1" userDrawn="1">
  <p:cSld name="1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7;p13">
            <a:extLst>
              <a:ext uri="{FF2B5EF4-FFF2-40B4-BE49-F238E27FC236}">
                <a16:creationId xmlns:a16="http://schemas.microsoft.com/office/drawing/2014/main" id="{7D79FDF7-B782-836A-FFF8-75C0371DE3D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09400" y="160772"/>
            <a:ext cx="1481600" cy="4900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59;p13">
            <a:extLst>
              <a:ext uri="{FF2B5EF4-FFF2-40B4-BE49-F238E27FC236}">
                <a16:creationId xmlns:a16="http://schemas.microsoft.com/office/drawing/2014/main" id="{1097012B-1A8E-82B3-5458-F0856BCC8605}"/>
              </a:ext>
            </a:extLst>
          </p:cNvPr>
          <p:cNvSpPr/>
          <p:nvPr userDrawn="1"/>
        </p:nvSpPr>
        <p:spPr>
          <a:xfrm>
            <a:off x="7371081" y="4703888"/>
            <a:ext cx="1518328" cy="230700"/>
          </a:xfrm>
          <a:prstGeom prst="roundRect">
            <a:avLst>
              <a:gd name="adj" fmla="val 50000"/>
            </a:avLst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Вебинар </a:t>
            </a:r>
            <a:r>
              <a:rPr lang="en-US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2</a:t>
            </a:r>
            <a:r>
              <a:rPr lang="ru-RU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  / сл. </a:t>
            </a:r>
            <a:fld id="{D36D2716-0227-4748-B575-C0F681545F9F}" type="slidenum">
              <a:rPr lang="ru-RU" sz="900" b="0" smtClean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lang="ru-RU" sz="800" b="0">
              <a:solidFill>
                <a:schemeClr val="bg2">
                  <a:lumMod val="60000"/>
                  <a:lumOff val="40000"/>
                </a:schemeClr>
              </a:solidFill>
              <a:latin typeface="Montserrat" panose="00000500000000000000" pitchFamily="2" charset="-52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F106C148-16DA-11C2-72A6-2DA0FE60F5D4}"/>
              </a:ext>
            </a:extLst>
          </p:cNvPr>
          <p:cNvGrpSpPr/>
          <p:nvPr userDrawn="1"/>
        </p:nvGrpSpPr>
        <p:grpSpPr>
          <a:xfrm>
            <a:off x="2205322" y="679814"/>
            <a:ext cx="5344770" cy="3994915"/>
            <a:chOff x="3873362" y="383111"/>
            <a:chExt cx="5344770" cy="3994915"/>
          </a:xfrm>
        </p:grpSpPr>
        <p:pic>
          <p:nvPicPr>
            <p:cNvPr id="5" name="Рисунок 4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5310B86E-76FD-A323-DB10-4DD1D36E2C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1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5482421" y="383111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" name="Рисунок 5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3D4C76F9-53BE-88AC-A08A-6079C48472A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2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4677891" y="544365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7" name="Рисунок 6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5C4AA954-2B31-6C9A-8DB6-0A9C91B371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5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3873362" y="642315"/>
              <a:ext cx="3735711" cy="3735711"/>
            </a:xfrm>
            <a:prstGeom prst="rect">
              <a:avLst/>
            </a:prstGeom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585603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preserve="1" userDrawn="1">
  <p:cSld name="1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7;p13">
            <a:extLst>
              <a:ext uri="{FF2B5EF4-FFF2-40B4-BE49-F238E27FC236}">
                <a16:creationId xmlns:a16="http://schemas.microsoft.com/office/drawing/2014/main" id="{7D79FDF7-B782-836A-FFF8-75C0371DE3D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09400" y="160772"/>
            <a:ext cx="1481600" cy="4900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6358944C-C36B-53B2-E5FE-1A8017A396DF}"/>
              </a:ext>
            </a:extLst>
          </p:cNvPr>
          <p:cNvGrpSpPr/>
          <p:nvPr userDrawn="1"/>
        </p:nvGrpSpPr>
        <p:grpSpPr>
          <a:xfrm>
            <a:off x="2205322" y="679814"/>
            <a:ext cx="5344770" cy="3994915"/>
            <a:chOff x="3873362" y="383111"/>
            <a:chExt cx="5344770" cy="3994915"/>
          </a:xfrm>
        </p:grpSpPr>
        <p:pic>
          <p:nvPicPr>
            <p:cNvPr id="3" name="Рисунок 2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0689A308-1BDC-8C47-FBF9-706C2D72D7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1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5482421" y="383111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" name="Рисунок 4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9C37A5D0-2C6A-2A78-9DF0-BDA00CE1CA0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2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4677891" y="544365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" name="Рисунок 5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DA38D3F9-EBE5-61E2-0F17-68765F6611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5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3873362" y="642315"/>
              <a:ext cx="3735711" cy="3735711"/>
            </a:xfrm>
            <a:prstGeom prst="rect">
              <a:avLst/>
            </a:prstGeom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764802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60" r:id="rId3"/>
    <p:sldLayoutId id="2147483661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BCAC3359-0D1C-2648-A3CE-8FD94D6624EC}"/>
              </a:ext>
            </a:extLst>
          </p:cNvPr>
          <p:cNvGrpSpPr/>
          <p:nvPr/>
        </p:nvGrpSpPr>
        <p:grpSpPr>
          <a:xfrm>
            <a:off x="4094651" y="586050"/>
            <a:ext cx="5344770" cy="3994915"/>
            <a:chOff x="3873362" y="383111"/>
            <a:chExt cx="5344770" cy="3994915"/>
          </a:xfrm>
        </p:grpSpPr>
        <p:pic>
          <p:nvPicPr>
            <p:cNvPr id="21" name="Рисунок 20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6B1608C3-64B6-A327-1599-2AAD5398E6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1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5482421" y="383111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0" name="Рисунок 19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3AB0EF07-2DC6-D314-2F23-DA864CFB12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2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4677891" y="544365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9" name="Рисунок 18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CBD80F8B-785E-2918-7419-1A8EC472BC7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4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3873362" y="642315"/>
              <a:ext cx="3735711" cy="3735711"/>
            </a:xfrm>
            <a:prstGeom prst="rect">
              <a:avLst/>
            </a:prstGeom>
            <a:ln>
              <a:noFill/>
            </a:ln>
          </p:spPr>
        </p:pic>
      </p:grpSp>
      <p:pic>
        <p:nvPicPr>
          <p:cNvPr id="17" name="Рисунок 16" hidden="1">
            <a:extLst>
              <a:ext uri="{FF2B5EF4-FFF2-40B4-BE49-F238E27FC236}">
                <a16:creationId xmlns:a16="http://schemas.microsoft.com/office/drawing/2014/main" id="{667CD691-B117-44B3-3B0E-B39C2028983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artisticPhotocopy trans="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162497">
            <a:off x="3524075" y="-36569"/>
            <a:ext cx="4877481" cy="4877481"/>
          </a:xfrm>
          <a:prstGeom prst="rect">
            <a:avLst/>
          </a:prstGeom>
          <a:ln>
            <a:noFill/>
          </a:ln>
        </p:spPr>
      </p:pic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4C36EF06-1A0C-80A6-7B2B-DED85B0CE9D3}"/>
              </a:ext>
            </a:extLst>
          </p:cNvPr>
          <p:cNvGrpSpPr>
            <a:grpSpLocks noChangeAspect="1"/>
          </p:cNvGrpSpPr>
          <p:nvPr/>
        </p:nvGrpSpPr>
        <p:grpSpPr>
          <a:xfrm>
            <a:off x="883906" y="1263674"/>
            <a:ext cx="9501187" cy="3444540"/>
            <a:chOff x="485609" y="1513539"/>
            <a:chExt cx="9501187" cy="344454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3C1C879-E7C0-BAF6-283A-AFB75486713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5609" y="1513539"/>
              <a:ext cx="9048750" cy="161583"/>
            </a:xfrm>
            <a:prstGeom prst="rect">
              <a:avLst/>
            </a:prstGeom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ru-RU" sz="1000">
                  <a:solidFill>
                    <a:schemeClr val="bg2">
                      <a:lumMod val="40000"/>
                      <a:lumOff val="60000"/>
                    </a:schemeClr>
                  </a:solidFill>
                  <a:latin typeface="Montserrat" panose="00000500000000000000" pitchFamily="2" charset="-52"/>
                  <a:ea typeface="Inter SemiBold" panose="02000503000000020004" pitchFamily="2" charset="0"/>
                </a:rPr>
                <a:t>ОСНОВЫ ВЕРСТКИ</a:t>
              </a:r>
              <a:r>
                <a:rPr lang="ru-RU" sz="1050">
                  <a:solidFill>
                    <a:schemeClr val="bg2">
                      <a:lumMod val="60000"/>
                      <a:lumOff val="40000"/>
                    </a:schemeClr>
                  </a:solidFill>
                  <a:latin typeface="Montserrat" panose="00000500000000000000" pitchFamily="2" charset="-52"/>
                  <a:ea typeface="Inter SemiBold" panose="02000503000000020004" pitchFamily="2" charset="0"/>
                </a:rPr>
                <a:t> </a:t>
              </a:r>
              <a:r>
                <a:rPr lang="ru-RU" sz="1050" b="1" i="0">
                  <a:solidFill>
                    <a:schemeClr val="bg2">
                      <a:lumMod val="40000"/>
                      <a:lumOff val="60000"/>
                    </a:schemeClr>
                  </a:solidFill>
                  <a:effectLst/>
                  <a:latin typeface="Arial" panose="020B0604020202020204" pitchFamily="34" charset="0"/>
                </a:rPr>
                <a:t>• </a:t>
              </a:r>
              <a:r>
                <a:rPr lang="en-US" sz="1000">
                  <a:solidFill>
                    <a:schemeClr val="bg2">
                      <a:lumMod val="40000"/>
                      <a:lumOff val="60000"/>
                    </a:schemeClr>
                  </a:solidFill>
                  <a:latin typeface="Montserrat" panose="00000500000000000000" pitchFamily="2" charset="-52"/>
                  <a:ea typeface="Inter SemiBold" panose="02000503000000020004" pitchFamily="2" charset="0"/>
                </a:rPr>
                <a:t>HTML</a:t>
              </a:r>
              <a:endParaRPr sz="900">
                <a:solidFill>
                  <a:schemeClr val="bg2">
                    <a:lumMod val="40000"/>
                    <a:lumOff val="60000"/>
                  </a:schemeClr>
                </a:solidFill>
                <a:latin typeface="Montserrat" panose="00000500000000000000" pitchFamily="2" charset="-52"/>
                <a:ea typeface="Inter SemiBold" panose="02000503000000020004" pitchFamily="2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F13DFB2-196B-9781-3BB6-B9E6C2AD5D1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5609" y="1836705"/>
              <a:ext cx="9501187" cy="184665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4000" b="0" i="0" u="none" err="1">
                  <a:solidFill>
                    <a:srgbClr val="F26101"/>
                  </a:solidFill>
                  <a:latin typeface="Montserrat ExtraBold"/>
                </a:rPr>
                <a:t>Проектирование</a:t>
              </a:r>
              <a:r>
                <a:rPr sz="4000" b="0" i="0" u="none">
                  <a:solidFill>
                    <a:srgbClr val="F26101"/>
                  </a:solidFill>
                  <a:latin typeface="Montserrat ExtraBold"/>
                </a:rPr>
                <a:t> </a:t>
              </a:r>
              <a:endParaRPr lang="ru-RU" sz="4000" b="0" i="0" u="none">
                <a:solidFill>
                  <a:srgbClr val="F26101"/>
                </a:solidFill>
                <a:latin typeface="Montserrat ExtraBold"/>
              </a:endParaRPr>
            </a:p>
            <a:p>
              <a:pPr algn="l"/>
              <a:r>
                <a:rPr sz="4000" b="0" i="0" u="none">
                  <a:solidFill>
                    <a:srgbClr val="F26101"/>
                  </a:solidFill>
                  <a:latin typeface="Montserrat ExtraBold"/>
                </a:rPr>
                <a:t>и </a:t>
              </a:r>
              <a:r>
                <a:rPr sz="4000" b="0" i="0" u="none" err="1">
                  <a:solidFill>
                    <a:srgbClr val="F26101"/>
                  </a:solidFill>
                  <a:latin typeface="Montserrat ExtraBold"/>
                </a:rPr>
                <a:t>разработка</a:t>
              </a:r>
              <a:r>
                <a:rPr sz="4000" b="0" i="0" u="none">
                  <a:solidFill>
                    <a:srgbClr val="F26101"/>
                  </a:solidFill>
                  <a:latin typeface="Montserrat ExtraBold"/>
                </a:rPr>
                <a:t> </a:t>
              </a:r>
              <a:r>
                <a:rPr sz="4000" b="0" i="0" u="none" err="1">
                  <a:solidFill>
                    <a:srgbClr val="F26101"/>
                  </a:solidFill>
                  <a:latin typeface="Montserrat ExtraBold"/>
                </a:rPr>
                <a:t>интерфейсов</a:t>
              </a:r>
              <a:r>
                <a:rPr sz="4000" b="0" i="0" u="none">
                  <a:solidFill>
                    <a:srgbClr val="F26101"/>
                  </a:solidFill>
                  <a:latin typeface="Montserrat ExtraBold"/>
                </a:rPr>
                <a:t> </a:t>
              </a:r>
              <a:r>
                <a:rPr sz="4000" b="0" i="0" u="none" err="1">
                  <a:solidFill>
                    <a:srgbClr val="F26101"/>
                  </a:solidFill>
                  <a:latin typeface="Montserrat ExtraBold"/>
                </a:rPr>
                <a:t>пользователя</a:t>
              </a:r>
              <a:endParaRPr sz="4000" b="0" i="0" u="none">
                <a:solidFill>
                  <a:srgbClr val="F26101"/>
                </a:solidFill>
                <a:latin typeface="Montserrat ExtraBold"/>
              </a:endParaRPr>
            </a:p>
          </p:txBody>
        </p:sp>
        <p:sp>
          <p:nvSpPr>
            <p:cNvPr id="11" name="Rounded Rectangle 6">
              <a:extLst>
                <a:ext uri="{FF2B5EF4-FFF2-40B4-BE49-F238E27FC236}">
                  <a16:creationId xmlns:a16="http://schemas.microsoft.com/office/drawing/2014/main" id="{FEDD9253-159E-2190-4737-EF5F83889817}"/>
                </a:ext>
              </a:extLst>
            </p:cNvPr>
            <p:cNvSpPr/>
            <p:nvPr/>
          </p:nvSpPr>
          <p:spPr>
            <a:xfrm>
              <a:off x="528139" y="4261815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F9731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A460AF5-DC82-A01F-35B1-F0D212A47FA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40697" y="4471214"/>
              <a:ext cx="9048750" cy="48686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bg2">
                      <a:lumMod val="40000"/>
                      <a:lumOff val="60000"/>
                    </a:schemeClr>
                  </a:solidFill>
                  <a:latin typeface="Montserrat" panose="00000500000000000000" pitchFamily="2" charset="-52"/>
                  <a:ea typeface="Inter SemiBold" panose="02000503000000020004" pitchFamily="2" charset="0"/>
                </a:rPr>
                <a:t>Преподаватель</a:t>
              </a:r>
              <a:br>
                <a:rPr lang="ru-RU" sz="1200" b="0" i="0" u="none">
                  <a:solidFill>
                    <a:srgbClr val="000000"/>
                  </a:solidFill>
                  <a:latin typeface="Inter"/>
                </a:rPr>
              </a:br>
              <a:r>
                <a:rPr sz="1200" b="0" i="0" u="none" err="1">
                  <a:solidFill>
                    <a:srgbClr val="1E293B"/>
                  </a:solidFill>
                  <a:latin typeface="Inter Medium"/>
                </a:rPr>
                <a:t>Коляда</a:t>
              </a:r>
              <a:r>
                <a:rPr sz="1200" b="0" i="0" u="none">
                  <a:solidFill>
                    <a:srgbClr val="1E293B"/>
                  </a:solidFill>
                  <a:latin typeface="Inter Medium"/>
                </a:rPr>
                <a:t> </a:t>
              </a:r>
              <a:r>
                <a:rPr sz="1200" b="0" i="0" u="none" err="1">
                  <a:solidFill>
                    <a:srgbClr val="1E293B"/>
                  </a:solidFill>
                  <a:latin typeface="Inter Medium"/>
                </a:rPr>
                <a:t>Никита</a:t>
              </a:r>
              <a:r>
                <a:rPr sz="1200" b="0" i="0" u="none">
                  <a:solidFill>
                    <a:srgbClr val="1E293B"/>
                  </a:solidFill>
                  <a:latin typeface="Inter Medium"/>
                </a:rPr>
                <a:t> </a:t>
              </a:r>
              <a:r>
                <a:rPr sz="1200" b="0" i="0" u="none" err="1">
                  <a:solidFill>
                    <a:srgbClr val="1E293B"/>
                  </a:solidFill>
                  <a:latin typeface="Inter Medium"/>
                </a:rPr>
                <a:t>Владимирович</a:t>
              </a:r>
              <a:endParaRPr sz="1200" b="0" i="0" u="none">
                <a:solidFill>
                  <a:srgbClr val="1E293B"/>
                </a:solidFill>
                <a:latin typeface="Inter Medium"/>
              </a:endParaRPr>
            </a:p>
          </p:txBody>
        </p:sp>
      </p:grpSp>
      <p:sp>
        <p:nvSpPr>
          <p:cNvPr id="3" name="Google Shape;59;p13">
            <a:extLst>
              <a:ext uri="{FF2B5EF4-FFF2-40B4-BE49-F238E27FC236}">
                <a16:creationId xmlns:a16="http://schemas.microsoft.com/office/drawing/2014/main" id="{917E88D5-EA94-D5A3-686B-9D40CD1F594B}"/>
              </a:ext>
            </a:extLst>
          </p:cNvPr>
          <p:cNvSpPr/>
          <p:nvPr/>
        </p:nvSpPr>
        <p:spPr>
          <a:xfrm>
            <a:off x="7576356" y="4477514"/>
            <a:ext cx="1257300" cy="230700"/>
          </a:xfrm>
          <a:prstGeom prst="roundRect">
            <a:avLst>
              <a:gd name="adj" fmla="val 50000"/>
            </a:avLst>
          </a:prstGeom>
          <a:solidFill>
            <a:srgbClr val="434343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>
                <a:solidFill>
                  <a:schemeClr val="lt1"/>
                </a:solidFill>
                <a:latin typeface="PT Sans Caption" panose="020B0603020203020204" pitchFamily="34" charset="-52"/>
                <a:ea typeface="Proxima Nova"/>
                <a:cs typeface="Proxima Nova"/>
                <a:sym typeface="Proxima Nova"/>
              </a:rPr>
              <a:t>Вебинар 2 </a:t>
            </a:r>
            <a:endParaRPr sz="1000">
              <a:solidFill>
                <a:schemeClr val="lt1"/>
              </a:solidFill>
              <a:latin typeface="PT Sans Caption" panose="020B0603020203020204" pitchFamily="34" charset="-52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58B89B-2C2C-FF42-63AA-D4BF5F186C9B}"/>
              </a:ext>
            </a:extLst>
          </p:cNvPr>
          <p:cNvSpPr txBox="1"/>
          <p:nvPr/>
        </p:nvSpPr>
        <p:spPr>
          <a:xfrm>
            <a:off x="6852005" y="287078"/>
            <a:ext cx="160813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ru-RU">
                <a:solidFill>
                  <a:schemeClr val="lt1"/>
                </a:solidFill>
                <a:latin typeface="Inter" panose="02000503000000020004" pitchFamily="2" charset="0"/>
                <a:ea typeface="Inter" panose="02000503000000020004" pitchFamily="2" charset="0"/>
                <a:sym typeface="Proxima Nova"/>
              </a:rPr>
              <a:t>ПЛАН ЗАНЯТИЯ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200184-121F-F05C-E93D-FAE98D6B282D}"/>
              </a:ext>
            </a:extLst>
          </p:cNvPr>
          <p:cNvSpPr/>
          <p:nvPr/>
        </p:nvSpPr>
        <p:spPr>
          <a:xfrm>
            <a:off x="1354281" y="1683158"/>
            <a:ext cx="6477000" cy="9525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5395AA1B-3D46-8B23-C8C6-17018076BAB4}"/>
              </a:ext>
            </a:extLst>
          </p:cNvPr>
          <p:cNvSpPr/>
          <p:nvPr/>
        </p:nvSpPr>
        <p:spPr>
          <a:xfrm>
            <a:off x="1354281" y="2339341"/>
            <a:ext cx="6477000" cy="9525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AA6399EB-F240-72CC-3353-A3A41459B334}"/>
              </a:ext>
            </a:extLst>
          </p:cNvPr>
          <p:cNvSpPr/>
          <p:nvPr/>
        </p:nvSpPr>
        <p:spPr>
          <a:xfrm>
            <a:off x="1354281" y="2995524"/>
            <a:ext cx="6477000" cy="9525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3DA3E706-14A3-9E5E-0150-993D92615B2B}"/>
              </a:ext>
            </a:extLst>
          </p:cNvPr>
          <p:cNvSpPr/>
          <p:nvPr/>
        </p:nvSpPr>
        <p:spPr>
          <a:xfrm>
            <a:off x="1354281" y="3651707"/>
            <a:ext cx="6477000" cy="9525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pic>
        <p:nvPicPr>
          <p:cNvPr id="10" name="Picture 11">
            <a:extLst>
              <a:ext uri="{FF2B5EF4-FFF2-40B4-BE49-F238E27FC236}">
                <a16:creationId xmlns:a16="http://schemas.microsoft.com/office/drawing/2014/main" id="{FE3CD0C6-B8FE-3432-6AEB-7276B21E55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7618" y="1216879"/>
            <a:ext cx="361950" cy="285750"/>
          </a:xfrm>
          <a:prstGeom prst="rect">
            <a:avLst/>
          </a:prstGeom>
        </p:spPr>
      </p:pic>
      <p:sp>
        <p:nvSpPr>
          <p:cNvPr id="11" name="TextBox 12">
            <a:extLst>
              <a:ext uri="{FF2B5EF4-FFF2-40B4-BE49-F238E27FC236}">
                <a16:creationId xmlns:a16="http://schemas.microsoft.com/office/drawing/2014/main" id="{6021423E-1547-B118-B6ED-FFA0E250049B}"/>
              </a:ext>
            </a:extLst>
          </p:cNvPr>
          <p:cNvSpPr txBox="1"/>
          <p:nvPr/>
        </p:nvSpPr>
        <p:spPr>
          <a:xfrm>
            <a:off x="2021031" y="1169850"/>
            <a:ext cx="34099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25" b="0" i="0" u="none">
                <a:solidFill>
                  <a:srgbClr val="222222"/>
                </a:solidFill>
                <a:latin typeface="Montserrat SemiBold"/>
              </a:rPr>
              <a:t>1. Теоретический блок</a:t>
            </a:r>
          </a:p>
        </p:txBody>
      </p:sp>
      <p:sp>
        <p:nvSpPr>
          <p:cNvPr id="12" name="TextBox 13">
            <a:extLst>
              <a:ext uri="{FF2B5EF4-FFF2-40B4-BE49-F238E27FC236}">
                <a16:creationId xmlns:a16="http://schemas.microsoft.com/office/drawing/2014/main" id="{5312261A-8473-F36D-CEA1-EF3D6CBA49EE}"/>
              </a:ext>
            </a:extLst>
          </p:cNvPr>
          <p:cNvSpPr txBox="1"/>
          <p:nvPr/>
        </p:nvSpPr>
        <p:spPr>
          <a:xfrm>
            <a:off x="2021031" y="1388925"/>
            <a:ext cx="3409950" cy="1608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267"/>
              </a:lnSpc>
            </a:pPr>
            <a:r>
              <a:rPr sz="975" b="0" i="0" u="none">
                <a:solidFill>
                  <a:srgbClr val="666666"/>
                </a:solidFill>
                <a:latin typeface="Inter"/>
              </a:rPr>
              <a:t>Структура документа, семантика HTML5 и основы CSS</a:t>
            </a:r>
          </a:p>
        </p:txBody>
      </p:sp>
      <p:pic>
        <p:nvPicPr>
          <p:cNvPr id="13" name="Picture 14">
            <a:extLst>
              <a:ext uri="{FF2B5EF4-FFF2-40B4-BE49-F238E27FC236}">
                <a16:creationId xmlns:a16="http://schemas.microsoft.com/office/drawing/2014/main" id="{DB7D649D-035F-23D7-8FE0-62D36D4C2E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7618" y="1873062"/>
            <a:ext cx="361950" cy="285750"/>
          </a:xfrm>
          <a:prstGeom prst="rect">
            <a:avLst/>
          </a:prstGeom>
        </p:spPr>
      </p:pic>
      <p:sp>
        <p:nvSpPr>
          <p:cNvPr id="14" name="TextBox 15">
            <a:extLst>
              <a:ext uri="{FF2B5EF4-FFF2-40B4-BE49-F238E27FC236}">
                <a16:creationId xmlns:a16="http://schemas.microsoft.com/office/drawing/2014/main" id="{FDCDC837-9B52-2ABD-BE72-B99F4CA2105A}"/>
              </a:ext>
            </a:extLst>
          </p:cNvPr>
          <p:cNvSpPr txBox="1"/>
          <p:nvPr/>
        </p:nvSpPr>
        <p:spPr>
          <a:xfrm>
            <a:off x="2021031" y="1826033"/>
            <a:ext cx="42576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25" b="0" i="0" u="none">
                <a:solidFill>
                  <a:srgbClr val="222222"/>
                </a:solidFill>
                <a:latin typeface="Montserrat SemiBold"/>
              </a:rPr>
              <a:t>2. Настройка окружения</a:t>
            </a:r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38F3EAC1-CF94-CC80-E491-0A0A8AA37276}"/>
              </a:ext>
            </a:extLst>
          </p:cNvPr>
          <p:cNvSpPr txBox="1"/>
          <p:nvPr/>
        </p:nvSpPr>
        <p:spPr>
          <a:xfrm>
            <a:off x="2021031" y="2045108"/>
            <a:ext cx="4257675" cy="1608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267"/>
              </a:lnSpc>
            </a:pPr>
            <a:r>
              <a:rPr sz="975" b="0" i="0" u="none">
                <a:solidFill>
                  <a:srgbClr val="666666"/>
                </a:solidFill>
                <a:latin typeface="Inter"/>
              </a:rPr>
              <a:t>Подготовка редактора кода (IDE) и организация файловой структуры</a:t>
            </a:r>
          </a:p>
        </p:txBody>
      </p:sp>
      <p:pic>
        <p:nvPicPr>
          <p:cNvPr id="16" name="Picture 17">
            <a:extLst>
              <a:ext uri="{FF2B5EF4-FFF2-40B4-BE49-F238E27FC236}">
                <a16:creationId xmlns:a16="http://schemas.microsoft.com/office/drawing/2014/main" id="{6FCC824B-76CC-4AF8-9619-51A75DC9BB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6668" y="2529246"/>
            <a:ext cx="323850" cy="285750"/>
          </a:xfrm>
          <a:prstGeom prst="rect">
            <a:avLst/>
          </a:prstGeom>
        </p:spPr>
      </p:pic>
      <p:sp>
        <p:nvSpPr>
          <p:cNvPr id="17" name="TextBox 18">
            <a:extLst>
              <a:ext uri="{FF2B5EF4-FFF2-40B4-BE49-F238E27FC236}">
                <a16:creationId xmlns:a16="http://schemas.microsoft.com/office/drawing/2014/main" id="{B44B7737-0986-B05E-A142-78D0B4A97F3F}"/>
              </a:ext>
            </a:extLst>
          </p:cNvPr>
          <p:cNvSpPr txBox="1"/>
          <p:nvPr/>
        </p:nvSpPr>
        <p:spPr>
          <a:xfrm>
            <a:off x="2021031" y="2482216"/>
            <a:ext cx="41624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25" b="0" i="0" u="none">
                <a:solidFill>
                  <a:srgbClr val="222222"/>
                </a:solidFill>
                <a:latin typeface="Montserrat SemiBold"/>
              </a:rPr>
              <a:t>3. Практическая разработка</a:t>
            </a:r>
          </a:p>
        </p:txBody>
      </p:sp>
      <p:sp>
        <p:nvSpPr>
          <p:cNvPr id="18" name="TextBox 19">
            <a:extLst>
              <a:ext uri="{FF2B5EF4-FFF2-40B4-BE49-F238E27FC236}">
                <a16:creationId xmlns:a16="http://schemas.microsoft.com/office/drawing/2014/main" id="{40344B22-C18D-2718-3D60-543000748FD6}"/>
              </a:ext>
            </a:extLst>
          </p:cNvPr>
          <p:cNvSpPr txBox="1"/>
          <p:nvPr/>
        </p:nvSpPr>
        <p:spPr>
          <a:xfrm>
            <a:off x="2021031" y="2701291"/>
            <a:ext cx="4162425" cy="1608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267"/>
              </a:lnSpc>
            </a:pPr>
            <a:r>
              <a:rPr sz="975" b="0" i="0" u="none">
                <a:solidFill>
                  <a:srgbClr val="666666"/>
                </a:solidFill>
                <a:latin typeface="Inter"/>
              </a:rPr>
              <a:t>Верстка универсальных блоков: шапка (header), навигация, подвал</a:t>
            </a:r>
          </a:p>
        </p:txBody>
      </p:sp>
      <p:pic>
        <p:nvPicPr>
          <p:cNvPr id="19" name="Picture 20">
            <a:extLst>
              <a:ext uri="{FF2B5EF4-FFF2-40B4-BE49-F238E27FC236}">
                <a16:creationId xmlns:a16="http://schemas.microsoft.com/office/drawing/2014/main" id="{80BE5282-4324-BB0D-B278-5DB149B206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5718" y="3185429"/>
            <a:ext cx="285750" cy="285750"/>
          </a:xfrm>
          <a:prstGeom prst="rect">
            <a:avLst/>
          </a:prstGeom>
        </p:spPr>
      </p:pic>
      <p:sp>
        <p:nvSpPr>
          <p:cNvPr id="20" name="TextBox 21">
            <a:extLst>
              <a:ext uri="{FF2B5EF4-FFF2-40B4-BE49-F238E27FC236}">
                <a16:creationId xmlns:a16="http://schemas.microsoft.com/office/drawing/2014/main" id="{B6E465BC-260C-26E3-31D6-0C45C4AE6C2D}"/>
              </a:ext>
            </a:extLst>
          </p:cNvPr>
          <p:cNvSpPr txBox="1"/>
          <p:nvPr/>
        </p:nvSpPr>
        <p:spPr>
          <a:xfrm>
            <a:off x="2021031" y="3138399"/>
            <a:ext cx="36385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25" b="0" i="0" u="none">
                <a:solidFill>
                  <a:srgbClr val="222222"/>
                </a:solidFill>
                <a:latin typeface="Montserrat SemiBold"/>
              </a:rPr>
              <a:t>4. Разбор типичных ошибок</a:t>
            </a:r>
          </a:p>
        </p:txBody>
      </p:sp>
      <p:sp>
        <p:nvSpPr>
          <p:cNvPr id="21" name="TextBox 22">
            <a:extLst>
              <a:ext uri="{FF2B5EF4-FFF2-40B4-BE49-F238E27FC236}">
                <a16:creationId xmlns:a16="http://schemas.microsoft.com/office/drawing/2014/main" id="{F0038057-42C9-F769-C0C5-F9AB41E8587B}"/>
              </a:ext>
            </a:extLst>
          </p:cNvPr>
          <p:cNvSpPr txBox="1"/>
          <p:nvPr/>
        </p:nvSpPr>
        <p:spPr>
          <a:xfrm>
            <a:off x="2021031" y="3357474"/>
            <a:ext cx="3638550" cy="1608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267"/>
              </a:lnSpc>
            </a:pPr>
            <a:r>
              <a:rPr sz="975" b="0" i="0" u="none">
                <a:solidFill>
                  <a:srgbClr val="666666"/>
                </a:solidFill>
                <a:latin typeface="Inter"/>
              </a:rPr>
              <a:t>Анализ проблем с позиционированием и код-ревью работ</a:t>
            </a:r>
          </a:p>
        </p:txBody>
      </p:sp>
      <p:pic>
        <p:nvPicPr>
          <p:cNvPr id="22" name="Picture 23">
            <a:extLst>
              <a:ext uri="{FF2B5EF4-FFF2-40B4-BE49-F238E27FC236}">
                <a16:creationId xmlns:a16="http://schemas.microsoft.com/office/drawing/2014/main" id="{3EC1D119-6080-BDF3-AF83-63F592656C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06668" y="3841612"/>
            <a:ext cx="323850" cy="285750"/>
          </a:xfrm>
          <a:prstGeom prst="rect">
            <a:avLst/>
          </a:prstGeom>
        </p:spPr>
      </p:pic>
      <p:sp>
        <p:nvSpPr>
          <p:cNvPr id="23" name="TextBox 24">
            <a:extLst>
              <a:ext uri="{FF2B5EF4-FFF2-40B4-BE49-F238E27FC236}">
                <a16:creationId xmlns:a16="http://schemas.microsoft.com/office/drawing/2014/main" id="{E915CC21-797D-8D4A-4DA5-A5A9A395DDD8}"/>
              </a:ext>
            </a:extLst>
          </p:cNvPr>
          <p:cNvSpPr txBox="1"/>
          <p:nvPr/>
        </p:nvSpPr>
        <p:spPr>
          <a:xfrm>
            <a:off x="2021031" y="3794582"/>
            <a:ext cx="42100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25" b="0" i="0" u="none">
                <a:solidFill>
                  <a:srgbClr val="222222"/>
                </a:solidFill>
                <a:latin typeface="Montserrat SemiBold"/>
              </a:rPr>
              <a:t>5. Результат и итоги</a:t>
            </a:r>
          </a:p>
        </p:txBody>
      </p:sp>
      <p:sp>
        <p:nvSpPr>
          <p:cNvPr id="24" name="TextBox 25">
            <a:extLst>
              <a:ext uri="{FF2B5EF4-FFF2-40B4-BE49-F238E27FC236}">
                <a16:creationId xmlns:a16="http://schemas.microsoft.com/office/drawing/2014/main" id="{27AC8D58-8C59-EA0F-D299-B0D5290F9D54}"/>
              </a:ext>
            </a:extLst>
          </p:cNvPr>
          <p:cNvSpPr txBox="1"/>
          <p:nvPr/>
        </p:nvSpPr>
        <p:spPr>
          <a:xfrm>
            <a:off x="2021031" y="4013657"/>
            <a:ext cx="4210050" cy="1608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267"/>
              </a:lnSpc>
            </a:pPr>
            <a:r>
              <a:rPr sz="975" b="0" i="0" u="none">
                <a:solidFill>
                  <a:srgbClr val="666666"/>
                </a:solidFill>
                <a:latin typeface="Inter"/>
              </a:rPr>
              <a:t>Сборка готового шаблона, рефлексия и выдача домашнего задания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7269BFD-DAB1-1A37-6DFD-0F7DAC1CDC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85" b="1"/>
          <a:stretch/>
        </p:blipFill>
        <p:spPr>
          <a:xfrm>
            <a:off x="1014672" y="1027450"/>
            <a:ext cx="7114656" cy="3314953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2B89E32-2C76-E977-8CF0-C0A0FB5058D0}"/>
              </a:ext>
            </a:extLst>
          </p:cNvPr>
          <p:cNvSpPr txBox="1"/>
          <p:nvPr/>
        </p:nvSpPr>
        <p:spPr>
          <a:xfrm>
            <a:off x="7037954" y="287078"/>
            <a:ext cx="123623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ru-RU">
                <a:solidFill>
                  <a:schemeClr val="lt1"/>
                </a:solidFill>
                <a:latin typeface="Inter" panose="02000503000000020004" pitchFamily="2" charset="0"/>
                <a:ea typeface="Inter" panose="02000503000000020004" pitchFamily="2" charset="0"/>
                <a:sym typeface="Proxima Nova"/>
              </a:rPr>
              <a:t>РЕЗУЛЬТАТ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/>
          <p:nvPr/>
        </p:nvSpPr>
        <p:spPr>
          <a:xfrm>
            <a:off x="1147350" y="1375225"/>
            <a:ext cx="6849300" cy="2282400"/>
          </a:xfrm>
          <a:prstGeom prst="roundRect">
            <a:avLst>
              <a:gd name="adj" fmla="val 11015"/>
            </a:avLst>
          </a:prstGeom>
          <a:gradFill flip="none" rotWithShape="1">
            <a:gsLst>
              <a:gs pos="0">
                <a:srgbClr val="F08B54"/>
              </a:gs>
              <a:gs pos="50000">
                <a:srgbClr val="F67A26"/>
              </a:gs>
              <a:gs pos="100000">
                <a:srgbClr val="E36A18"/>
              </a:gs>
            </a:gsLst>
            <a:lin ang="10800000" scaled="1"/>
            <a:tileRect/>
          </a:gradFill>
          <a:ln>
            <a:noFill/>
          </a:ln>
          <a:effectLst>
            <a:outerShdw blurRad="142875" dist="9525" dir="600000" algn="ctr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3"/>
          <p:cNvSpPr txBox="1"/>
          <p:nvPr/>
        </p:nvSpPr>
        <p:spPr>
          <a:xfrm>
            <a:off x="1828800" y="1734203"/>
            <a:ext cx="5486400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Montserrat ExtraBold" panose="00000900000000000000" pitchFamily="2" charset="-52"/>
                <a:ea typeface="Proxima Nova"/>
                <a:cs typeface="Proxima Nova"/>
                <a:sym typeface="Proxima Nova"/>
              </a:rPr>
              <a:t>ДО </a:t>
            </a:r>
            <a:r>
              <a:rPr lang="ru-RU" sz="2800">
                <a:solidFill>
                  <a:schemeClr val="lt1"/>
                </a:solidFill>
                <a:latin typeface="Montserrat ExtraBold" panose="00000900000000000000" pitchFamily="2" charset="-52"/>
                <a:ea typeface="Proxima Nova"/>
                <a:cs typeface="Proxima Nova"/>
                <a:sym typeface="Proxima Nova"/>
              </a:rPr>
              <a:t>ВСТРЕЧИ</a:t>
            </a:r>
            <a:r>
              <a:rPr lang="en" sz="3000">
                <a:solidFill>
                  <a:schemeClr val="lt1"/>
                </a:solidFill>
                <a:latin typeface="Montserrat ExtraBold" panose="00000900000000000000" pitchFamily="2" charset="-52"/>
                <a:ea typeface="Proxima Nova"/>
                <a:cs typeface="Proxima Nova"/>
                <a:sym typeface="Proxima Nova"/>
              </a:rPr>
              <a:t>! </a:t>
            </a:r>
            <a:endParaRPr sz="3000">
              <a:solidFill>
                <a:schemeClr val="lt1"/>
              </a:solidFill>
              <a:latin typeface="Montserrat ExtraBold" panose="00000900000000000000" pitchFamily="2" charset="-52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Montserrat ExtraBold" panose="00000900000000000000" pitchFamily="2" charset="-52"/>
                <a:ea typeface="Proxima Nova"/>
                <a:cs typeface="Proxima Nova"/>
                <a:sym typeface="Proxima Nova"/>
              </a:rPr>
              <a:t>УВИДИМСЯ НА СЛЕДУЮЩЕМ ЗАНЯТИИ</a:t>
            </a:r>
            <a:endParaRPr sz="1800">
              <a:solidFill>
                <a:schemeClr val="lt1"/>
              </a:solidFill>
              <a:latin typeface="Montserrat ExtraBold" panose="00000900000000000000" pitchFamily="2" charset="-52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2217492263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Другая 2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00B0F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Другая 1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B0F0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2396</TotalTime>
  <Words>93</Words>
  <Application>Microsoft Office PowerPoint</Application>
  <PresentationFormat>Экран (16:9)</PresentationFormat>
  <Paragraphs>19</Paragraphs>
  <Slides>4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14" baseType="lpstr">
      <vt:lpstr>Inter</vt:lpstr>
      <vt:lpstr>Inter Medium</vt:lpstr>
      <vt:lpstr>Montserrat SemiBold</vt:lpstr>
      <vt:lpstr>PT Sans Caption</vt:lpstr>
      <vt:lpstr>Montserrat ExtraBold</vt:lpstr>
      <vt:lpstr>Montserrat</vt:lpstr>
      <vt:lpstr>Arial</vt:lpstr>
      <vt:lpstr>Calibri</vt:lpstr>
      <vt:lpstr>Proxima Nova</vt:lpstr>
      <vt:lpstr>Simple Light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mrsky1001</dc:creator>
  <cp:lastModifiedBy>Keith Allison</cp:lastModifiedBy>
  <cp:revision>254</cp:revision>
  <dcterms:modified xsi:type="dcterms:W3CDTF">2026-09-05T17:37:56Z</dcterms:modified>
</cp:coreProperties>
</file>